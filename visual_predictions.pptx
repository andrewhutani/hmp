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25" d="100"/>
          <a:sy n="25" d="100"/>
        </p:scale>
        <p:origin x="3870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190F2-1910-49F4-A137-92E966598590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B9A9F-E2DF-4837-A03F-6A90441B45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343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7AA6-8EE6-4496-AA92-22D01957A8DC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6861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7AA6-8EE6-4496-AA92-22D01957A8DC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1024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AADF-59DD-D45D-E17D-E67E4C88E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D6457-FB57-B9A5-4719-B81CBAB84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8CE76-7936-20F4-0514-EA4D6BB8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B3DA7-9DC1-4654-E512-C5BB5844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63D9E-BD0B-E877-7FE1-6C7B8754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4136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A01AC-F424-1ABD-B7A1-765F704A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3182-4687-9191-C4C7-4693C199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5ACD5-011A-709D-37F3-96032BAB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0B3F1-9850-FD01-AC9B-E9824DE9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AF9D3-5E26-2543-2FB2-DDB5A11A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588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5C5B-9294-3713-5A2E-433FEDA1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30175-54CD-EB8F-71E0-EA14A438E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4497-C29B-8D87-B3A1-3E115130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44713-C349-522A-7B49-56137AEC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E1B53-EDDE-74A7-52E9-3B14D81D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788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F904-CB57-A164-E058-D8A790EA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86EE8-6A20-BCDD-CBA7-0CC985CA1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74BAB-0FA3-8FF6-2AC0-2B5329E92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28236-C4A0-3C31-D40C-93710870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1301B-FA1F-F9E6-576B-201A716B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38B5F-EE55-B1ED-1402-882BC308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906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70074-DD60-7A00-1487-10B1E9CA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ED850-3AFF-2156-F79E-5717153DB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931B3-72E8-5031-7A86-1F9B1E4E2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3EB89-363A-F7EC-8DCF-F6FC64CF8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BF768-0CE1-D461-A041-9E1F29D7F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8DCBA-3A9A-9EC4-CA6F-6FB7DAF3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2070E-AA23-4A3D-ACE2-57FF96B0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7B29B-3E7C-4CD2-87BA-B771A8FF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41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6A66-B68E-A707-AD9F-CDEE4CFF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35E0D-5B8C-8901-DB87-EEAEC9C4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A3BDE-ACFC-EF21-A90D-7F48C9722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D1F27-7A86-79D6-8F89-7126F749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370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223F7-510C-6711-2239-D2C47AAA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CDD549-A77B-98AC-E893-14E9E7A1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AB359-3B78-C9F3-9408-BF48D353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8B10-5E41-80C0-10EA-8469B648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7F4D4-0B4C-FBF6-8F99-6B8A7330F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2B400-A717-707B-6D0C-4FB95965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655BD-EBBB-4583-310A-ADBD3605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3D52F-21C1-AF7A-7A11-4B6077D6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A7B18-48BD-C2D3-035B-B2EB91C9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438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0A10-4A1C-AE3F-DA78-306A63167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CE730-5BBB-19BF-CF3C-D6F3B758E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8C92D-8790-6954-0918-887738887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1681D-D869-0CF7-4C71-73B43252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3ED27-2FE4-C78A-FCEA-2DE537B0E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CB117-15BE-8723-36D9-48B3A004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044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95B1-CCAE-BFC4-76BB-4FB9899C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D5EF6-5102-A518-7ED3-4EFB1C34A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EDE31-F12A-1F2F-6EA9-F78F0F20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A40A1-BFC5-87D0-977F-DE38F534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645EA-17A6-20CC-4A71-101CF9E2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673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C0F64-A4CE-6DF0-C858-1666C4C6F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68EEB-D5B3-FEA9-72E1-8BEA24C1C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289C9-64BD-C0E9-7C6F-5730A7BE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FA8D0-3F7B-6B0E-1068-5B890529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63424-101D-6A69-575F-B5C411AC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2871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FB205-B0FA-FE31-D013-38C9CFD0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DA0CD-F363-B401-A27B-BF42C7CF9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86288-08F8-10C7-E87C-FCB43BDF3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C94C1-DB7A-448C-8CF2-D1B64BA914E6}" type="datetimeFigureOut">
              <a:rPr lang="LID4096" smtClean="0"/>
              <a:t>11/03/2025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AE101-558C-BACF-BE65-94EFF798B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8C4C1-03AF-7E1D-9B9F-BAF5B7F82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100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EDE0-9E62-B26A-4046-8889C49BE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74216-9BFD-7899-5032-A765E3F03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288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F68476A-0646-F8D5-57AD-21FCBCF5A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7528" cy="30103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446B27D-0CAC-850C-79A9-722757A29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28" y="0"/>
            <a:ext cx="1457528" cy="30103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972F44-B011-3BB9-2097-3E30106B8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056" y="0"/>
            <a:ext cx="1457528" cy="30103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606044-434A-6F3E-AEF6-0B1B02698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584" y="0"/>
            <a:ext cx="1457528" cy="30103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52966A0-5E12-4E9D-188A-31AFD015FD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0112" y="0"/>
            <a:ext cx="1457528" cy="30103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3B55D94-9F86-F5A0-43B0-70D6D7A99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640" y="0"/>
            <a:ext cx="1457528" cy="30103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90CCA4B-EA5F-F19C-1B48-3F2DD32F57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168" y="0"/>
            <a:ext cx="1457528" cy="30103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45B350-484C-F91B-FEAF-CA4EFEBA31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2696" y="57570"/>
            <a:ext cx="1457528" cy="30103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F74BA99-2503-BCBC-9B67-A1FEC93C37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847681"/>
            <a:ext cx="1457528" cy="30103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12CC42E-D09A-31B7-D824-4C9A391D30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7528" y="3847681"/>
            <a:ext cx="1457528" cy="30103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18AC861-A906-E546-423E-60B747CFB5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15056" y="3847681"/>
            <a:ext cx="1457528" cy="301032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0232CB0-A1B5-5091-3811-56DEA07926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2584" y="3847681"/>
            <a:ext cx="1457528" cy="30103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FB79AD8-58C8-AF9E-14DC-B764CA9CBB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0112" y="3847680"/>
            <a:ext cx="1457528" cy="301032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4B3713B-0687-1901-5F5C-08514E586A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87640" y="3847679"/>
            <a:ext cx="1457528" cy="30103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B3E07C7-E1BB-FCB6-3DBD-57AC9009B6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45168" y="3847680"/>
            <a:ext cx="145752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8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EED10-D643-6637-4ED4-1F6D4493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9809F8C-84BC-2612-9194-E18CCF596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7528" cy="30103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F76A9E-20B7-0B56-D598-3BFD6D497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28" y="0"/>
            <a:ext cx="1457528" cy="30103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B46498-5337-197E-3F73-F9D36C971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056" y="0"/>
            <a:ext cx="1457528" cy="30103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D788B98-8AB3-2A9F-A66D-DE1936C2E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584" y="0"/>
            <a:ext cx="1457528" cy="30103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7B04A4F-B477-5235-F850-B8BF537C2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0112" y="0"/>
            <a:ext cx="1457528" cy="30103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94BE6CB-EE17-91B7-C938-CD32D1AB71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640" y="0"/>
            <a:ext cx="1457528" cy="30103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F992585-E0CE-A7DB-BC29-89E32C44DD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168" y="0"/>
            <a:ext cx="1457528" cy="30103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799632D-60B5-7D60-683D-F63F1AA79B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2696" y="57570"/>
            <a:ext cx="1457528" cy="30103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B9C3BEC-C8CF-533F-FFCA-71938C6240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60224" y="0"/>
            <a:ext cx="1457528" cy="30103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45EAE5F-35A9-757D-F433-641C33F92E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17752" y="0"/>
            <a:ext cx="1457528" cy="30103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E6BB15E-C748-B401-086A-2B858CA8A2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75280" y="0"/>
            <a:ext cx="1457528" cy="301032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1788324-0E08-4D8B-069F-7FC2DB8BCB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32808" y="2"/>
            <a:ext cx="1457528" cy="30103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BE6C2E-F7A3-25EC-E900-25045B0F14C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490336" y="0"/>
            <a:ext cx="1457528" cy="301032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4FCD509-4EDE-D14B-37C8-30D0CF7021D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47864" y="0"/>
            <a:ext cx="1457528" cy="30103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102BC52-0033-314D-627A-196DB2CEB72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405392" y="0"/>
            <a:ext cx="1457528" cy="3010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F17153-644A-EC96-1C2B-7B419B036F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3674970"/>
            <a:ext cx="1457528" cy="3010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68D887-03FF-5AFC-91CB-B90911C0B6A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57528" y="-3674970"/>
            <a:ext cx="1457528" cy="30103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5408BE-A782-A5A6-04DC-95F9C641D5C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15056" y="-3674970"/>
            <a:ext cx="1457528" cy="3010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A56B9C-482B-E698-8C87-78FBDC5B0F6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72584" y="-3674970"/>
            <a:ext cx="1457528" cy="3010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32CF54-0D9E-2AA9-D759-2CA94A6F8AA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30112" y="-3674970"/>
            <a:ext cx="1457528" cy="3010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3B109-CD11-F0A3-53F6-BB154C227DD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87640" y="-3674970"/>
            <a:ext cx="1457528" cy="3010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9F7A47-2D31-11A1-5720-3E794F2CFCD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45168" y="-3674970"/>
            <a:ext cx="1457528" cy="3010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85F695-28E6-46D1-0A5F-F9D87D8EA7C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02696" y="-3617400"/>
            <a:ext cx="1457528" cy="3010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72A1F7-21BE-C60A-8221-27C4221DF1B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60224" y="-3674968"/>
            <a:ext cx="1457528" cy="3010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F5695A-E23A-5A12-ED3F-EA978A28D135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117752" y="-3674968"/>
            <a:ext cx="1457528" cy="3010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A15229-D743-32D9-30D9-A4825AEE4A6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575280" y="-3674968"/>
            <a:ext cx="1457528" cy="3010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2E903F-8D31-53FD-5F2A-0735520F4BC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032808" y="-3674968"/>
            <a:ext cx="1457528" cy="3010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63D7E8-2CC7-045B-166B-639F3D7348B1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90336" y="-3674969"/>
            <a:ext cx="1457528" cy="3010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E2ADC7-ADE2-6BE0-9D35-FD01933F6593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947864" y="-3674970"/>
            <a:ext cx="1457528" cy="3010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3D1F79-7A2E-6F4E-FF1C-43E32CD5B9CA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405392" y="-3674969"/>
            <a:ext cx="1457528" cy="3010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6BBF8B-9021-690B-763B-742E49A71DF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0" y="3617398"/>
            <a:ext cx="1457528" cy="30103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4C3E9F-A351-1AE8-F2A2-0C783CCEEAB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457528" y="3617398"/>
            <a:ext cx="1457528" cy="3010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3170B6-5C33-7AEF-DCCF-02799BAE1553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2915056" y="3617398"/>
            <a:ext cx="1457528" cy="30103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1F57CE-4662-C8D0-557F-82550CFDC721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4372584" y="3617398"/>
            <a:ext cx="1457528" cy="30103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AF4AE2-AA9E-33BF-D981-085F26FF42C2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5830112" y="3617398"/>
            <a:ext cx="1457528" cy="30103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2DC3794-29BB-7690-FA0F-36B477D896E4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7287640" y="3617398"/>
            <a:ext cx="1457528" cy="30103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0B4AA03-7868-1AFB-AD60-0D54176092A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8745168" y="3617398"/>
            <a:ext cx="1457528" cy="30103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238D2C3-15E8-4399-126E-22013ADD228E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10202696" y="3674968"/>
            <a:ext cx="1457528" cy="30103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538FE16-D732-806D-5775-A5CE334A7DBD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11660224" y="3617400"/>
            <a:ext cx="1457528" cy="30103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BDB7DF-4D31-0617-6D29-6037E0A0B29C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</a:blip>
          <a:stretch>
            <a:fillRect/>
          </a:stretch>
        </p:blipFill>
        <p:spPr>
          <a:xfrm>
            <a:off x="13117752" y="3617400"/>
            <a:ext cx="1457528" cy="30103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E19DD59-0CFC-0782-F8B3-9F41B3F172D1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</a:blip>
          <a:stretch>
            <a:fillRect/>
          </a:stretch>
        </p:blipFill>
        <p:spPr>
          <a:xfrm>
            <a:off x="14575280" y="3617400"/>
            <a:ext cx="1457528" cy="301032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93E1E07-E55C-D8C5-89CD-1DD30ABAFC73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</a:blip>
          <a:stretch>
            <a:fillRect/>
          </a:stretch>
        </p:blipFill>
        <p:spPr>
          <a:xfrm>
            <a:off x="16032808" y="3617400"/>
            <a:ext cx="1457528" cy="301032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A13136E-046F-EDF8-0D53-A537DB604E41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</a:blip>
          <a:stretch>
            <a:fillRect/>
          </a:stretch>
        </p:blipFill>
        <p:spPr>
          <a:xfrm>
            <a:off x="17490336" y="3617399"/>
            <a:ext cx="1457528" cy="301032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F189091-796C-3D07-07E8-D1171670464D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</a:blip>
          <a:stretch>
            <a:fillRect/>
          </a:stretch>
        </p:blipFill>
        <p:spPr>
          <a:xfrm>
            <a:off x="18947864" y="3617398"/>
            <a:ext cx="1457528" cy="301032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C280A58-9399-F2BE-DF1F-5EBEA94C1B6D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</a:blip>
          <a:stretch>
            <a:fillRect/>
          </a:stretch>
        </p:blipFill>
        <p:spPr>
          <a:xfrm>
            <a:off x="20405392" y="3617399"/>
            <a:ext cx="145752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3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36">
            <a:extLst>
              <a:ext uri="{FF2B5EF4-FFF2-40B4-BE49-F238E27FC236}">
                <a16:creationId xmlns:a16="http://schemas.microsoft.com/office/drawing/2014/main" id="{D0B5322E-D9C0-6346-589F-903BE05D2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790" y="-1869918"/>
            <a:ext cx="1457528" cy="3010320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E0F724CC-0900-94C5-1842-0E6C7B3E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3689" y="-1869918"/>
            <a:ext cx="1457528" cy="3010320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348C731E-24DB-22D7-AAB5-6B3B2C694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7588" y="-1869918"/>
            <a:ext cx="1457528" cy="3010320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F95D687D-B8D8-F4CF-244A-5F6248AAD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1487" y="-1869918"/>
            <a:ext cx="1457528" cy="3010320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53030602-6C03-0365-1FCF-D2EC9F857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05392" y="-1869918"/>
            <a:ext cx="1457528" cy="3010320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76D6AA1E-F09A-E9CF-8D54-4727B5C50C0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74194" y="-1869918"/>
            <a:ext cx="1457528" cy="3010320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04232443-AC3D-2F12-DCF3-6C370E4D708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28093" y="-1869918"/>
            <a:ext cx="1457528" cy="3010320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235643B1-ACCF-D043-9B49-E02908F140F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81992" y="-1869918"/>
            <a:ext cx="1457528" cy="3010320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2B6ED198-F75E-036F-4A97-32B54B330D7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135891" y="-1869918"/>
            <a:ext cx="1457528" cy="3010320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CC7CB813-A8A3-7807-B0AB-12D816A9F51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20295" y="-1869918"/>
            <a:ext cx="1457528" cy="3010320"/>
          </a:xfrm>
          <a:prstGeom prst="rect">
            <a:avLst/>
          </a:prstGeom>
        </p:spPr>
      </p:pic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8C89363-2E9F-12E0-B436-B15BA9062847}"/>
              </a:ext>
            </a:extLst>
          </p:cNvPr>
          <p:cNvGrpSpPr/>
          <p:nvPr/>
        </p:nvGrpSpPr>
        <p:grpSpPr>
          <a:xfrm>
            <a:off x="5866396" y="-1869918"/>
            <a:ext cx="1457528" cy="3010320"/>
            <a:chOff x="4505528" y="2765050"/>
            <a:chExt cx="1457528" cy="3010320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3CFB95B1-80F1-5C56-C1B8-4664E6E7B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B8BD326-09CF-3FA2-DD9D-64B317942A4B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7C09DFA-A2E7-6EEB-11D7-FE62A4A7B16A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20F67FC6-BEE6-9B6C-F0A2-A43AF7007C34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6E39BC03-04D2-D209-DFCB-D63C2EA183AE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1BF2E4D-56B3-F81D-A8C6-4D61303C47F6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2C49EA5-ED35-24B4-C988-53B0F416C506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5D28091-DAA9-A3BA-CD98-6CA06FDBB5AA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DBE8B14-D22C-F2FE-87AE-BD0877A6F175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276CF37-3540-FED9-3E86-F41694BEDB1F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76F9A1F1-A576-7D1E-231E-6D399D1024C8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1A3E1DAB-AB7A-3FC6-B359-FC8A60E612DF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4DA742DB-EC4C-E1D9-D6D9-485C4D7FD512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044F534E-4F9E-DB51-29AA-162CCEA0FD9C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685CBC72-F555-D36B-91A5-E52917A991D3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4B38B8A-916B-0700-87E9-25CFB60FD5ED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C7EA7AF-8D17-ED9D-A696-E521A31CCCCF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A7BD01BB-BD0A-0A77-A1AB-CFB039478134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D012CEA-559B-140B-C3AF-BD1421C84E0B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CD37CBB9-351D-2175-DAB3-ECD40F5303C5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66D9255C-2CED-4BA9-2160-1F7A56B14769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280E77D1-77CE-D124-BF9A-72743CF27294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5E98B6C2-AE0B-4CE4-3A95-9BD0B7F5A4A1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7E8F2B0-C1F3-4EF2-E1F5-0E5F2EE19D9F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15D236C7-A260-9568-7480-3D933DAB175B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E8A508B8-B12D-FA4A-742D-EDE110CD3E71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33A055DE-4DC1-4832-7AE6-F945E15CEBB3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C6FC003-73C2-306A-BDCC-AE790862B472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9E4E4163-8B37-3D60-2B9F-CB6D62E384FB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492F3BF-1250-6E80-B55A-5BA6081860FE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3648FA1-6274-3727-2649-1E39D02F3167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C95F39B-D472-BD39-8758-66A5DF70D4AF}"/>
              </a:ext>
            </a:extLst>
          </p:cNvPr>
          <p:cNvGrpSpPr/>
          <p:nvPr/>
        </p:nvGrpSpPr>
        <p:grpSpPr>
          <a:xfrm>
            <a:off x="4412497" y="-1869918"/>
            <a:ext cx="1457528" cy="3010320"/>
            <a:chOff x="4505528" y="2765050"/>
            <a:chExt cx="1457528" cy="3010320"/>
          </a:xfrm>
        </p:grpSpPr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17E5F991-63EA-2960-21F2-6AD85B27D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C76DC1F-6B46-B3B8-4963-826026630432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D4F1299C-61CC-54D1-2AE2-82D1910401C6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F4BA2645-098A-00FF-40F2-CA7EC4E95E64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78B25429-A7A6-9190-39FF-9DF265B241E7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D6F2158-E525-053F-B23B-201DD6A1CAF4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F69DD1DB-26D2-1AA8-6A70-9E65751439E4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6B13ED2-0AB1-8BC3-1537-FAE7B4D2CA55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AC0760F-E419-4ADD-8270-00387F9CD2D9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0DB1C395-CE78-1529-EB41-54D00467F343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FC248D93-2E4D-D909-A877-63185CFB4235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F5047E8-B44E-A8F3-D63C-9BDCD8264C91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20460132-C044-AA58-DD88-2B5CE0D5A6A8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669ED30E-0D07-6CDC-9F54-E806DD39E5AD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E0E455F-393D-B813-6B56-E1934CC10EA7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4B4FF7F2-CC8F-B006-6FDA-B0D3EAFE2F6F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98F26FB9-7CFA-C77C-9158-D66C5D2D7490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3052F782-1EA0-37A1-8AEC-C03070B789A2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447F937-1205-E2A3-0C7E-6F672182AA48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1B3D2974-C279-0DFF-E833-53073BF44809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C095108-9F34-8216-3DC7-0214474AAC27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E4F85FC3-B7BA-B6B9-8329-52745AC383DD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CD7660E-676C-5F1B-3415-5751E8CA434A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96194DE-CC7A-3A44-6C19-868AACBD178B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C7C81D8-8390-0960-B89A-EC1B6E64BA02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717090A4-EF30-4B08-6260-8DCE378BBED7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06A9AB80-FDBF-9CFA-21E8-245D433E2658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8608A1E-9B30-48DB-E006-989FB071B5A6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C7213F38-9D94-DEC0-C43F-DF7F6AB105DC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D0B1081B-D7F4-2B4E-A199-7C886B2C3F09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DB05F5F7-4F5F-E40A-95E2-2015B33F19A3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92515AC-80FC-CA04-1414-DEDD9068C523}"/>
              </a:ext>
            </a:extLst>
          </p:cNvPr>
          <p:cNvGrpSpPr/>
          <p:nvPr/>
        </p:nvGrpSpPr>
        <p:grpSpPr>
          <a:xfrm>
            <a:off x="2958598" y="-1869918"/>
            <a:ext cx="1457528" cy="3010320"/>
            <a:chOff x="4505528" y="2765050"/>
            <a:chExt cx="1457528" cy="3010320"/>
          </a:xfrm>
        </p:grpSpPr>
        <p:pic>
          <p:nvPicPr>
            <p:cNvPr id="222" name="Picture 221">
              <a:extLst>
                <a:ext uri="{FF2B5EF4-FFF2-40B4-BE49-F238E27FC236}">
                  <a16:creationId xmlns:a16="http://schemas.microsoft.com/office/drawing/2014/main" id="{8024ED92-DB8D-89C1-CE1B-F5D800742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9CBE06C4-551C-6A0F-D181-8776F3BDB7F6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A780CFAE-308C-EE77-787F-F1243CE6AF3E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07453B1C-097D-F572-82FF-B4EDB640CE0E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3A8A981E-80CB-6705-98E2-86844BB6F179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1321BD64-036B-AC17-A3C2-3E0FE0545EFB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7749071C-80B1-528B-2658-B314E00AFEEA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32820BE-CD70-9355-D855-F2DF268EF4C2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8FFDA244-57D1-D5F7-FC21-690A62750EC8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36590486-64C7-D39D-A5AF-FC637211081F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46FD06EB-5471-48C2-C5C4-10C2CA9B41AF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37AAB53E-29EB-8319-1839-61798B73C49F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C463C1B4-FB0E-D371-9F99-9987C2631C60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5B13099C-A197-84B0-4251-73F4C441C462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FD9E2945-C7D6-818D-BB88-86C79225B201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58436A6-CCE9-A22A-A786-8623105789CA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535E9EE0-A6D8-431A-CECD-F94E7460BEB8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577C0958-8B87-AA60-62FF-A6F02CF8FA38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2C02A8D2-3A9B-85CF-7C1E-F28B17B6E1CA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238FE9F8-B2F3-DCB7-01DC-BEE885A905D7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C344838F-E4C1-5FBA-18CB-51A6D55E5620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7A94F8FD-7167-FC88-DAF7-0C33DA460224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C57278DC-D099-5142-B5F8-23F3C24E2A4A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925528F6-11F1-BF07-5BCB-6FEE09486D15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1DDAD540-B9E9-7C53-A8BE-D3E53D64815F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C5F9D8F2-F648-BC14-DD37-93C40CC6C229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28C2A94F-051D-826C-D312-3E4E34723B0A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47089D9B-C044-52C9-301F-E23EB91ACA3C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7A449EBC-AB10-964C-E426-EFB34383BC02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041E3686-0A18-614A-DEBD-C1C2A47C81AF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BDCDEA0-494E-55BB-EDB0-2E453FB69500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C98F312-4441-855A-CC83-F06E0CEE096B}"/>
              </a:ext>
            </a:extLst>
          </p:cNvPr>
          <p:cNvGrpSpPr/>
          <p:nvPr/>
        </p:nvGrpSpPr>
        <p:grpSpPr>
          <a:xfrm>
            <a:off x="1504699" y="-1869918"/>
            <a:ext cx="1457528" cy="3010320"/>
            <a:chOff x="4505528" y="2765050"/>
            <a:chExt cx="1457528" cy="3010320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3C5704EB-8831-17A7-5966-EE18C34F7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B5E87632-7F57-15C1-E886-4839F6E44926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3DCF2D28-10DA-4C0C-E095-3BD9E8C1CED7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14817330-FE1A-5F3B-D570-7AD24F51D039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FEA2830C-22E7-7A35-6F9C-825BAA6F334A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67021605-914E-E916-15CD-640CACCE4032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ADB2994F-73D8-A535-E26C-36AF23B49A20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D1F76AA5-F449-26F3-C82E-9CCFF6A5B356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796A9B21-AB5F-394F-0513-F6C2B72D7647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9AC02C7B-7502-4DC4-C542-4E17D3296EBF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B4AAB0DE-60EF-36A1-688A-4C28B915E916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3E812CA0-C744-9C54-313C-F007F0DB4D3B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F61DD453-B35A-3899-089F-0B0E3014E237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DF4E0C99-F607-6AB3-9DB1-9FDD3B6E0E33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92E29FC-0945-2B16-E4A8-4E5D76F312A0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102192A-2798-EB48-9F4F-3F02594A54E9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2FB1A4D-86F2-0AE1-5EDB-E7D7A244E436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90C45F49-0135-4B9A-803D-E9BDA01895C5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50911299-B768-040E-9DF4-76A08CDA1C10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E6DC9E36-B8A5-53FD-2CC6-160F38A5230F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5582B301-9973-8AFA-4E30-7A371FCB472E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3C8BA177-24E6-DAD4-3A45-6CE5A10A0960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BE574DFB-3A39-9B06-7D16-18A0757C8426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E5200A75-6C92-A58A-A20D-162F19E7BB1E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CB78FEA7-763D-2655-E03D-6DCADDFE0794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D9EDDEE7-4913-08A5-19DA-15E7196ADD77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000D8B36-8216-F758-3240-56F8D55C34B9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AD0C9918-87F4-754E-C2EF-E161E2023C3C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AEC0900-9679-7180-7FEC-AC0A3587E492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5E02BD3A-7BBA-1588-D4DC-DAF5077D2950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E76C19C6-5934-9FDE-F3F6-CB88E0DA1ACC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666EA87E-57FC-FFB4-E1B5-D646A64A9F29}"/>
              </a:ext>
            </a:extLst>
          </p:cNvPr>
          <p:cNvGrpSpPr/>
          <p:nvPr/>
        </p:nvGrpSpPr>
        <p:grpSpPr>
          <a:xfrm>
            <a:off x="50800" y="-1869918"/>
            <a:ext cx="1457528" cy="3010320"/>
            <a:chOff x="4505528" y="2765050"/>
            <a:chExt cx="1457528" cy="3010320"/>
          </a:xfrm>
        </p:grpSpPr>
        <p:pic>
          <p:nvPicPr>
            <p:cNvPr id="286" name="Picture 285">
              <a:extLst>
                <a:ext uri="{FF2B5EF4-FFF2-40B4-BE49-F238E27FC236}">
                  <a16:creationId xmlns:a16="http://schemas.microsoft.com/office/drawing/2014/main" id="{964DC3C2-2D1F-0B07-FED6-4A042A391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17620C4A-FD91-C892-D492-C2EF06C8B839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BB6ED90B-EAD8-7287-7F07-EEF92336B619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240E5063-79E5-C9D7-A02A-4736B97D7462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1E2D2B79-60F9-9A23-6D84-8B236DFB5A6A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D2BC653B-E45C-9724-FEC1-407AAB2E08E2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0C68C9FB-0A7E-DC9E-32E3-782C771A9B04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6C125D84-AC2A-EA9F-D1AF-A0188A43E009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38D72D0-DF56-25EF-C205-5770B7ABFAB0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84771605-0FF3-BEB9-CF79-934D1B6FEB48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26351DA-0E6B-AD4F-B235-6992560A19B4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BD2CE9D5-077C-46E1-A858-9EF45C58D739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5395E6B9-6FF1-E230-F446-B06A0648F072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DFB351D5-3514-297C-67A3-65FF487AD2A1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6C036FBF-7402-1EA9-42BD-03EFEA6A35F4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4568F66A-F140-5347-B935-048ACFBE89C7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3503D4E-9681-2AA9-F488-5AFCFD51F542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F37E81B-0BDB-743B-7D50-16924DA1E029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85AD0A2D-76D7-917F-67A5-74C24A67C4DE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50789025-3D12-39CC-15FE-9ABD467E578D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266403DF-E48D-87DB-C8F1-6C180B0AF358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C6D98581-DE59-8643-7FF3-AEE75DD58202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1DA8B1D3-5BA0-0DFD-1A94-9AF3D2F5C280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7FF61F3-5E83-9ADC-032D-C69739F70A43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11D60795-1C61-0D1D-727B-916A4F2A95D9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57F1374F-4051-8DF8-DB22-DA2772AE8127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34364A97-6422-9E38-5EE8-478CC5AE8736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457BB9F2-E22E-7219-DB7C-1228F321F888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9CCB347B-0743-722F-CD8F-3588EDDA6D68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62C5A7A6-D5E2-623C-11B9-7F11BAAD1001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B3684195-26AE-338E-CFC6-BA51D7619F9B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11052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74354F-984F-9EC1-6543-E5E85AA7B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774" y="2050841"/>
            <a:ext cx="1163078" cy="172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D3F802-4020-D14A-93B9-7FDEFAE6C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346" y="2050841"/>
            <a:ext cx="1163078" cy="172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C49C94-9398-E255-81BE-1C725A1DE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155" y="2050841"/>
            <a:ext cx="1163078" cy="172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0DF14E1-0A69-D57E-94B6-98F34B8CD6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964" y="2050841"/>
            <a:ext cx="1163078" cy="172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76951F-4957-251E-B1EE-12D6FC4B6B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7346" y="3778841"/>
            <a:ext cx="1163078" cy="172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8BDE1C-91AD-1B1A-5ADB-C4AEE452AD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1155" y="3778841"/>
            <a:ext cx="1163078" cy="172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A6EEC98-48F2-2E6E-6F3A-E147FA2BEF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4964" y="3778841"/>
            <a:ext cx="1163078" cy="172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F19054F-F615-DB7D-C0C5-101FD56E10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8772" y="3778841"/>
            <a:ext cx="1163078" cy="172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DDD3A4B-ADA4-C65F-DEC1-ED50548D78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3537" y="2050841"/>
            <a:ext cx="1163078" cy="172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8A9945A-234D-CBE4-CA67-0871275CEA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3537" y="3778841"/>
            <a:ext cx="1163078" cy="172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2040B77-475B-7BE7-3B6C-CFEDDC8AD85E}"/>
              </a:ext>
            </a:extLst>
          </p:cNvPr>
          <p:cNvSpPr txBox="1"/>
          <p:nvPr/>
        </p:nvSpPr>
        <p:spPr>
          <a:xfrm>
            <a:off x="2759780" y="643235"/>
            <a:ext cx="1876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input motion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E586F0-E8FA-2D60-9229-F1E530AA4EA0}"/>
              </a:ext>
            </a:extLst>
          </p:cNvPr>
          <p:cNvSpPr txBox="1"/>
          <p:nvPr/>
        </p:nvSpPr>
        <p:spPr>
          <a:xfrm>
            <a:off x="4423588" y="1474232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8C7E65-6122-9F8E-98B2-54FA653A0C02}"/>
              </a:ext>
            </a:extLst>
          </p:cNvPr>
          <p:cNvSpPr txBox="1"/>
          <p:nvPr/>
        </p:nvSpPr>
        <p:spPr>
          <a:xfrm>
            <a:off x="6087397" y="1474232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584A41-66B1-E632-E7F3-7A0FF154BDC7}"/>
              </a:ext>
            </a:extLst>
          </p:cNvPr>
          <p:cNvSpPr txBox="1"/>
          <p:nvPr/>
        </p:nvSpPr>
        <p:spPr>
          <a:xfrm>
            <a:off x="7751206" y="1479135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E98E2D-ABEE-AF64-99E2-B0F4BD3A9228}"/>
              </a:ext>
            </a:extLst>
          </p:cNvPr>
          <p:cNvSpPr txBox="1"/>
          <p:nvPr/>
        </p:nvSpPr>
        <p:spPr>
          <a:xfrm>
            <a:off x="9415016" y="1474232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7A47DD-0400-165E-F1E7-34F99FB8F800}"/>
              </a:ext>
            </a:extLst>
          </p:cNvPr>
          <p:cNvSpPr txBox="1"/>
          <p:nvPr/>
        </p:nvSpPr>
        <p:spPr>
          <a:xfrm>
            <a:off x="2759779" y="1474232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967952-632F-BB3F-B078-55227313FF55}"/>
              </a:ext>
            </a:extLst>
          </p:cNvPr>
          <p:cNvSpPr txBox="1"/>
          <p:nvPr/>
        </p:nvSpPr>
        <p:spPr>
          <a:xfrm>
            <a:off x="1164232" y="2399672"/>
            <a:ext cx="1876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motion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C91DC-CCA2-6B46-D911-4BDF42BF2937}"/>
              </a:ext>
            </a:extLst>
          </p:cNvPr>
          <p:cNvSpPr txBox="1"/>
          <p:nvPr/>
        </p:nvSpPr>
        <p:spPr>
          <a:xfrm>
            <a:off x="609600" y="4221685"/>
            <a:ext cx="243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GCNext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2F31E9F-D06B-AE0E-71E0-7051BC462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174" y="2203241"/>
            <a:ext cx="1163078" cy="1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9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525121-A4B8-BDCE-7268-BE3EB1046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957" y="1182293"/>
            <a:ext cx="1153895" cy="172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E726BBA-EAFD-8529-4A73-5421122FE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292" y="1182293"/>
            <a:ext cx="1153895" cy="172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3F902E-5F8D-E984-643C-D5EA47B41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458" y="1182293"/>
            <a:ext cx="1153895" cy="172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E7B13F-944B-97CC-9FA2-C6BF3C612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624" y="1182293"/>
            <a:ext cx="1153895" cy="172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04EEA5-98A1-86DE-27B4-6671B665D7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5790" y="1182293"/>
            <a:ext cx="1153895" cy="172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7D8F67-BE08-3119-CF38-DF0A855273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1458" y="2939671"/>
            <a:ext cx="1153895" cy="172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7C7137F-1D22-399A-DB4B-77B05C3919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3624" y="2939671"/>
            <a:ext cx="1153895" cy="172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8E341E-41F8-41BE-7840-0A6BE88AC4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5790" y="2939671"/>
            <a:ext cx="1153895" cy="172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99F486-D341-F782-EAA1-B5A4CCC551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7957" y="2939671"/>
            <a:ext cx="1153895" cy="1728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4958453-CCB6-4CA4-AEB1-4C4C2733AE6B}"/>
              </a:ext>
            </a:extLst>
          </p:cNvPr>
          <p:cNvSpPr txBox="1"/>
          <p:nvPr/>
        </p:nvSpPr>
        <p:spPr>
          <a:xfrm>
            <a:off x="648235" y="5198769"/>
            <a:ext cx="2431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PhysMoP – </a:t>
            </a:r>
          </a:p>
          <a:p>
            <a:pPr algn="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branch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54520D0-CB10-4966-A721-CDEE0ADC52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1458" y="4811707"/>
            <a:ext cx="1153895" cy="1728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193CBA-B88D-9E1A-05C2-BEF07AC618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3624" y="4811707"/>
            <a:ext cx="1153895" cy="1728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779DD33-49AC-2848-DB64-CB0ACCBAD6C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5790" y="4811707"/>
            <a:ext cx="1153895" cy="172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B19D23D-16AA-6125-6D74-DDFD90EF24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7956" y="4811707"/>
            <a:ext cx="1153895" cy="172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C4ED2A0-0DEF-1730-6175-46EA2D5C6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292" y="2939671"/>
            <a:ext cx="1153895" cy="1728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9D74740-724F-761B-4EA8-322D62DD3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292" y="4811707"/>
            <a:ext cx="1153895" cy="1728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6CBFD23-8B3A-8C2F-F9E2-5863EC63FD9C}"/>
              </a:ext>
            </a:extLst>
          </p:cNvPr>
          <p:cNvSpPr txBox="1"/>
          <p:nvPr/>
        </p:nvSpPr>
        <p:spPr>
          <a:xfrm>
            <a:off x="2730752" y="-97206"/>
            <a:ext cx="1876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input motion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2D8422-429E-7DD4-CC48-11392E8591D5}"/>
              </a:ext>
            </a:extLst>
          </p:cNvPr>
          <p:cNvSpPr txBox="1"/>
          <p:nvPr/>
        </p:nvSpPr>
        <p:spPr>
          <a:xfrm>
            <a:off x="4394560" y="733791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11534E-8210-655E-61F7-4F7FB942C946}"/>
              </a:ext>
            </a:extLst>
          </p:cNvPr>
          <p:cNvSpPr txBox="1"/>
          <p:nvPr/>
        </p:nvSpPr>
        <p:spPr>
          <a:xfrm>
            <a:off x="6058369" y="733791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78BAA9-A428-BA5D-612D-C7E2322432F6}"/>
              </a:ext>
            </a:extLst>
          </p:cNvPr>
          <p:cNvSpPr txBox="1"/>
          <p:nvPr/>
        </p:nvSpPr>
        <p:spPr>
          <a:xfrm>
            <a:off x="7722178" y="738694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F68448-4ECB-9C1A-9395-E14A4A7A7E41}"/>
              </a:ext>
            </a:extLst>
          </p:cNvPr>
          <p:cNvSpPr txBox="1"/>
          <p:nvPr/>
        </p:nvSpPr>
        <p:spPr>
          <a:xfrm>
            <a:off x="9385988" y="733791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0BA010-10FD-2E2F-69F0-891AB7C7CF4D}"/>
              </a:ext>
            </a:extLst>
          </p:cNvPr>
          <p:cNvSpPr txBox="1"/>
          <p:nvPr/>
        </p:nvSpPr>
        <p:spPr>
          <a:xfrm>
            <a:off x="2730751" y="733791"/>
            <a:ext cx="187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ms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031AA7-2518-8F54-0884-CD3B19B6911C}"/>
              </a:ext>
            </a:extLst>
          </p:cNvPr>
          <p:cNvSpPr txBox="1"/>
          <p:nvPr/>
        </p:nvSpPr>
        <p:spPr>
          <a:xfrm>
            <a:off x="1135204" y="1659231"/>
            <a:ext cx="1876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motion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5FA50D-B873-AB29-32FD-25C8DC46FB05}"/>
              </a:ext>
            </a:extLst>
          </p:cNvPr>
          <p:cNvSpPr txBox="1"/>
          <p:nvPr/>
        </p:nvSpPr>
        <p:spPr>
          <a:xfrm>
            <a:off x="580572" y="3481244"/>
            <a:ext cx="2431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PhysMoP – Physics branch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69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43</Words>
  <Application>Microsoft Office PowerPoint</Application>
  <PresentationFormat>Widescreen</PresentationFormat>
  <Paragraphs>20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Hutani</dc:creator>
  <cp:lastModifiedBy>Andrew Hutani</cp:lastModifiedBy>
  <cp:revision>3</cp:revision>
  <dcterms:created xsi:type="dcterms:W3CDTF">2025-09-15T14:02:43Z</dcterms:created>
  <dcterms:modified xsi:type="dcterms:W3CDTF">2025-11-03T13:26:14Z</dcterms:modified>
</cp:coreProperties>
</file>